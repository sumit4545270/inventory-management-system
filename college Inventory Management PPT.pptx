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</p:sld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70" r:id="rId13"/>
    <p:sldId id="271" r:id="rId14"/>
    <p:sldId id="272" r:id="rId15"/>
    <p:sldId id="268" r:id="rId16"/>
    <p:sldId id="269" r:id="rId17"/>
    <p:sldId id="274" r:id="rId18"/>
    <p:sldId id="265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1" autoAdjust="0"/>
    <p:restoredTop sz="94660"/>
  </p:normalViewPr>
  <p:slideViewPr>
    <p:cSldViewPr snapToGrid="0">
      <p:cViewPr varScale="1">
        <p:scale>
          <a:sx n="82" d="100"/>
          <a:sy n="82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A484C1-541C-6D55-8363-A9C2C4ED76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09B6B97-A77F-9274-CE68-8CCECED66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81C8F0-578B-8867-7446-B4B2DD6D8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B312E4D-4AFC-E656-9F66-7FE02504C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95D32B6-8980-18C5-47D8-3EDA9A5D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83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B7B367-8782-0CCD-EB1D-EE07481D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1BE998-43D1-B952-D66C-753835F46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89917BD-8076-F523-5DA8-DBDB8B4E2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FC0D6DB-C184-C789-3A1F-85BDAFA6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204B1A-0C38-9D0F-6904-FC126530B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05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50D82C-93F4-C1A1-5098-8AE89B03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C2C5DB1-4262-CDE6-5383-0FB62EFDF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55B346B-8894-E2A8-41D8-B060C196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A6D847-82A1-9495-7C73-7B538F0C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BA33F02-8D13-836B-9C82-74CCA57C7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39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BBF0DA-E13C-9E5C-7132-BC47D9E38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F8E5B-5DC4-9EE4-C41C-5B76176D6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467FCD6-798A-2764-6C62-FFCE24EE3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C400495-D252-56EE-C33D-788C695C8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4724AFF-76EA-8886-AE23-A22E0BAD6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4C5283A-C493-5B7B-9DE7-5FDDC0D60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15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A446DA-BD4A-5553-F3BA-101DEBF16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EF778A-ADF5-93B6-F2C5-830918E83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ED0BF2E-AC67-B1E5-4189-DD82742DB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D94B6EE-F993-822A-1BF2-BE9143D5C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3A25F41-298D-C1CB-5BB1-3C52D58A2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281182B-2F3E-8515-F977-F815806F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4C8F0E3-8ECB-2A18-2FE0-001F22F6A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657B625-ADC4-2916-DDD8-00B07E6E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667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88AD77-F751-2CCC-1B42-0252B7DC5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1D0A359-AB80-C8AD-F710-2DD684A74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B14FD43-DB92-1FFC-FC68-346FE985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88D4782-F6FF-612B-13A7-38D402B86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901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C29474E-DF4A-DB2C-085D-6BDEE6C48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3F0E589-0BB4-7513-B3C6-5040FCCC5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2545885-4A84-5394-220D-53EED88A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33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82B47A-4327-C60E-2AE1-0B68B525F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CB279D-645F-1152-2844-05AC6421D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C3EDCE5-0AB1-6A0E-21D9-9E5B40092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BD695D5-57BE-3EC7-E201-2F2E1970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F16B20C-5E2E-76F0-F863-83E1F28F2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6C5B106-BEB3-C876-DB74-671F9CBE2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662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7A45B4-03FC-6160-2D45-B1BCCF0DF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170C791-C48A-1D09-0F84-237959033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29F0F77-440D-8105-2747-4DDC3353B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D1F171F-CF34-30A5-775E-B414513EC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9A37B41-FE3B-8BF7-A5FE-7FA6B9F13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C8BE24F-5143-6017-7687-CA8DA878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31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43211C-39D6-BBB7-BB2B-B3927889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A7B3132-0CA8-E884-A194-7E8D72CB1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C4DF85-1944-6481-AB7E-1B052815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8DDFAAB-70A4-F74A-86ED-BA518AECF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C63963-0792-E178-2772-ACB96BCD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409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47B833C-9F61-D2BD-E544-A9600E442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D707AC1-523F-35CC-7AE8-4A4B8E512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DD29F40-B658-53CE-1C27-06897E584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7FB0B32-489A-C200-C7F6-C4C5CF2D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64DCF6-B21E-821A-3C77-ECC65DA7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048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23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768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360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010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492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4621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1351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3550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870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322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66420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6337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02102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045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1372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2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rgbClr val="D1DCF0"/>
            </a:gs>
            <a:gs pos="0">
              <a:schemeClr val="accent1">
                <a:lumMod val="5000"/>
                <a:lumOff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A26EDE6-C6C3-273E-063B-A251FBB5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17FCDAE-93A6-B05B-624B-50376E268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D0E53E-48CD-EC77-F058-5FA3CF009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2C32790-445A-41ED-8775-E6E7C078C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8B24679-4317-68DC-942A-4F88B3C3C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69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rgbClr val="D1DCF0"/>
            </a:gs>
            <a:gs pos="0">
              <a:schemeClr val="accent1">
                <a:lumMod val="5000"/>
                <a:lumOff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73859-7AE3-4DFE-AFFF-4FA663E3076C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AFFC49-B364-4B2B-859C-97498775E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48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" TargetMode="External"/><Relationship Id="rId2" Type="http://schemas.openxmlformats.org/officeDocument/2006/relationships/hyperlink" Target="https://www.gfgcoe.in/computer-engineering-ug-2/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1AFF815-17A7-CD2C-E92F-F9580728A9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91D57D5-B180-B5FB-82A8-ADF51CF5B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91" y="236896"/>
            <a:ext cx="1428750" cy="1428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8A7870A-90C4-6D1E-2F45-3AC39A8F89E8}"/>
              </a:ext>
            </a:extLst>
          </p:cNvPr>
          <p:cNvSpPr txBox="1"/>
          <p:nvPr/>
        </p:nvSpPr>
        <p:spPr>
          <a:xfrm>
            <a:off x="1714038" y="520384"/>
            <a:ext cx="1038286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Godavari Foundation's</a:t>
            </a:r>
          </a:p>
          <a:p>
            <a:pPr algn="l"/>
            <a:r>
              <a:rPr lang="en-US" sz="3200" b="1" i="0" u="none" strike="noStrike" cap="all" dirty="0">
                <a:solidFill>
                  <a:srgbClr val="B30000"/>
                </a:solidFill>
                <a:effectLst/>
                <a:latin typeface="Times New Roman" panose="02020603050405020304" pitchFamily="18" charset="0"/>
              </a:rPr>
              <a:t>Godavari College of Engineering, Jalgaon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CD90C4E-A537-66CA-D8DA-4CD6BB2A75FC}"/>
              </a:ext>
            </a:extLst>
          </p:cNvPr>
          <p:cNvSpPr txBox="1"/>
          <p:nvPr/>
        </p:nvSpPr>
        <p:spPr>
          <a:xfrm>
            <a:off x="2169549" y="2689013"/>
            <a:ext cx="88425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INVENTORY MANAGEMENT SYSTEM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Prof. Dipak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Nemade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6A07946-4741-6B1E-4FDD-4A63EC544806}"/>
              </a:ext>
            </a:extLst>
          </p:cNvPr>
          <p:cNvSpPr txBox="1"/>
          <p:nvPr/>
        </p:nvSpPr>
        <p:spPr>
          <a:xfrm>
            <a:off x="190192" y="5262669"/>
            <a:ext cx="34412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: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Sumit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Badgujar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Himanshu Patil.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Miss. Sakshi Wankhede.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Miss. Rucha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Suryawanshi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05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E17A2C3-36BC-9CD1-52DB-C027E4FAB5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32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E854CEE-C823-4D34-5C89-9934A36CF944}"/>
              </a:ext>
            </a:extLst>
          </p:cNvPr>
          <p:cNvSpPr txBox="1"/>
          <p:nvPr/>
        </p:nvSpPr>
        <p:spPr>
          <a:xfrm>
            <a:off x="1563326" y="702383"/>
            <a:ext cx="3628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EB24073-9F67-8BBC-A1FF-2A2D45A5791E}"/>
              </a:ext>
            </a:extLst>
          </p:cNvPr>
          <p:cNvSpPr txBox="1"/>
          <p:nvPr/>
        </p:nvSpPr>
        <p:spPr>
          <a:xfrm>
            <a:off x="2054940" y="2033741"/>
            <a:ext cx="86228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Welcome to the presentation on the College Inventory Management System.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This system is designed to streamline and optimize the management of your college inventory.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Godavari College Of Engineering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inventory management software keeps track of the College’s every materialistic asset like computer, lab equipment, furniture's and others. Be it a process of purchase management or stock transfer management, our dedicated software can handle it efficiently.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910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4980F81-C591-D736-D027-17AE849D56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2" t="6082" r="2382" b="10124"/>
          <a:stretch/>
        </p:blipFill>
        <p:spPr>
          <a:xfrm>
            <a:off x="0" y="3448"/>
            <a:ext cx="12192000" cy="68545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E32A09F-8B76-B617-601A-1C83C1417136}"/>
              </a:ext>
            </a:extLst>
          </p:cNvPr>
          <p:cNvSpPr txBox="1"/>
          <p:nvPr/>
        </p:nvSpPr>
        <p:spPr>
          <a:xfrm>
            <a:off x="1730477" y="70023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r>
              <a:rPr lang="en-IN" sz="3200" b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z="32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32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E09B9BC-E194-3508-91E7-858B8D172E1E}"/>
              </a:ext>
            </a:extLst>
          </p:cNvPr>
          <p:cNvSpPr txBox="1"/>
          <p:nvPr/>
        </p:nvSpPr>
        <p:spPr>
          <a:xfrm>
            <a:off x="1730477" y="1656576"/>
            <a:ext cx="9124336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operations</a:t>
            </a:r>
          </a:p>
          <a:p>
            <a:pPr algn="l" fontAlgn="ctr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system can help 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Colleges run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smoothly by ensuring that supplies are available when needed, and that assets are used correctly. </a:t>
            </a:r>
          </a:p>
          <a:p>
            <a:pPr algn="l" fontAlgn="ctr"/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loss </a:t>
            </a:r>
          </a:p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management system can help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Colleges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the risk of losing inventory, and protect valuable assets like laptops and tablets.</a:t>
            </a:r>
          </a:p>
          <a:p>
            <a:pPr algn="l"/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Providing real-time data</a:t>
            </a:r>
          </a:p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system can provide real-time data that helps administrators make informed decisions.</a:t>
            </a:r>
          </a:p>
          <a:p>
            <a:pPr algn="l"/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672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842E619-5C26-61BB-B3C7-29B909A352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5" r="15770"/>
          <a:stretch/>
        </p:blipFill>
        <p:spPr>
          <a:xfrm>
            <a:off x="0" y="-34724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E854CEE-C823-4D34-5C89-9934A36CF944}"/>
              </a:ext>
            </a:extLst>
          </p:cNvPr>
          <p:cNvSpPr txBox="1"/>
          <p:nvPr/>
        </p:nvSpPr>
        <p:spPr>
          <a:xfrm>
            <a:off x="1710814" y="712215"/>
            <a:ext cx="6528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FEATURES OF THE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9C2B8F6-C58F-C7A2-F05C-86F9110FA297}"/>
              </a:ext>
            </a:extLst>
          </p:cNvPr>
          <p:cNvSpPr txBox="1"/>
          <p:nvPr/>
        </p:nvSpPr>
        <p:spPr>
          <a:xfrm>
            <a:off x="1435504" y="2095686"/>
            <a:ext cx="52799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5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Order Processing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Efficiently handle customer orders and manage order fulfillment, ensuring timely delivery and accurate inventory updates.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5E4EF4F-C5E1-4256-B6C7-A60A347045D1}"/>
              </a:ext>
            </a:extLst>
          </p:cNvPr>
          <p:cNvSpPr txBox="1"/>
          <p:nvPr/>
        </p:nvSpPr>
        <p:spPr>
          <a:xfrm>
            <a:off x="4134461" y="4378112"/>
            <a:ext cx="5161935" cy="1720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5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Inventory Reports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Generate insightful reports on inventory levels, sales trends, and stock status to make informed decisions regarding purchasing and production.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BE5C042-EADE-9135-2D0D-4AC6CA744E5B}"/>
              </a:ext>
            </a:extLst>
          </p:cNvPr>
          <p:cNvSpPr txBox="1"/>
          <p:nvPr/>
        </p:nvSpPr>
        <p:spPr>
          <a:xfrm>
            <a:off x="6912075" y="2098567"/>
            <a:ext cx="52799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5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User Access Control</a:t>
            </a:r>
          </a:p>
          <a:p>
            <a:r>
              <a:rPr lang="en-US" sz="2000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Securely manage user access levels and permissions to maintain data integrity and prevent unauthorized modifications.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095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E854CEE-C823-4D34-5C89-9934A36CF944}"/>
              </a:ext>
            </a:extLst>
          </p:cNvPr>
          <p:cNvSpPr txBox="1"/>
          <p:nvPr/>
        </p:nvSpPr>
        <p:spPr>
          <a:xfrm>
            <a:off x="1681317" y="453880"/>
            <a:ext cx="61648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and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pic>
        <p:nvPicPr>
          <p:cNvPr id="2" name="Image 2">
            <a:extLst>
              <a:ext uri="{FF2B5EF4-FFF2-40B4-BE49-F238E27FC236}">
                <a16:creationId xmlns:a16="http://schemas.microsoft.com/office/drawing/2014/main" xmlns="" id="{BE94C21C-4B04-EE95-62AA-3868B7FAAB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559941" y="110613"/>
            <a:ext cx="9802761" cy="66367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CFC62D2-3841-26C4-64CC-4758B99967C3}"/>
              </a:ext>
            </a:extLst>
          </p:cNvPr>
          <p:cNvSpPr txBox="1"/>
          <p:nvPr/>
        </p:nvSpPr>
        <p:spPr>
          <a:xfrm>
            <a:off x="1899154" y="2132658"/>
            <a:ext cx="8101781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US" dirty="0">
                <a:latin typeface="Raleway" pitchFamily="2" charset="0"/>
                <a:cs typeface="Times New Roman" panose="02020603050405020304" pitchFamily="18" charset="0"/>
              </a:rPr>
              <a:t>Stores all inventory data, including item details, purchase history, and sales records.</a:t>
            </a:r>
          </a:p>
          <a:p>
            <a:endParaRPr lang="en-US" dirty="0">
              <a:latin typeface="Raleway" pitchFamily="2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Server</a:t>
            </a:r>
          </a:p>
          <a:p>
            <a:r>
              <a:rPr lang="en-US" dirty="0">
                <a:latin typeface="Raleway" pitchFamily="2" charset="0"/>
              </a:rPr>
              <a:t>Processes user requests, interacts with the database, and renders web pages.</a:t>
            </a:r>
          </a:p>
          <a:p>
            <a:endParaRPr lang="en-US" dirty="0">
              <a:latin typeface="Raleway" pitchFamily="2" charset="0"/>
            </a:endParaRPr>
          </a:p>
          <a:p>
            <a:pPr marL="342900" indent="-342900" algn="l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User Interface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latin typeface="Raleway" pitchFamily="2" charset="0"/>
              </a:rPr>
              <a:t>Provides an intuitive and user-friendly interface for accessing and managing the system.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1800" dirty="0"/>
          </a:p>
          <a:p>
            <a:endParaRPr lang="en-US" dirty="0">
              <a:latin typeface="Raleway" pitchFamily="2" charset="0"/>
            </a:endParaRPr>
          </a:p>
          <a:p>
            <a:endParaRPr lang="en-IN" dirty="0"/>
          </a:p>
          <a:p>
            <a:endParaRPr lang="en-US" dirty="0">
              <a:latin typeface="Raleway" pitchFamily="2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292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E854CEE-C823-4D34-5C89-9934A36CF944}"/>
              </a:ext>
            </a:extLst>
          </p:cNvPr>
          <p:cNvSpPr txBox="1"/>
          <p:nvPr/>
        </p:nvSpPr>
        <p:spPr>
          <a:xfrm>
            <a:off x="1694817" y="664559"/>
            <a:ext cx="5944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 and Security</a:t>
            </a:r>
          </a:p>
        </p:txBody>
      </p:sp>
      <p:pic>
        <p:nvPicPr>
          <p:cNvPr id="2" name="Image 2">
            <a:extLst>
              <a:ext uri="{FF2B5EF4-FFF2-40B4-BE49-F238E27FC236}">
                <a16:creationId xmlns:a16="http://schemas.microsoft.com/office/drawing/2014/main" xmlns="" id="{F9109107-B879-5690-718B-51EA3C71FE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xmlns="" id="{565E1E47-BBA5-B1C7-AF8F-0638E2B7902F}"/>
              </a:ext>
            </a:extLst>
          </p:cNvPr>
          <p:cNvSpPr/>
          <p:nvPr/>
        </p:nvSpPr>
        <p:spPr>
          <a:xfrm>
            <a:off x="2057988" y="2309179"/>
            <a:ext cx="4237703" cy="17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Data Backup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Raleway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Regular data backups are essential to prevent data loss and ensure system resilience.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xmlns="" id="{6E229649-53FF-BCBB-26E8-76EBAAF5228F}"/>
              </a:ext>
            </a:extLst>
          </p:cNvPr>
          <p:cNvSpPr/>
          <p:nvPr/>
        </p:nvSpPr>
        <p:spPr>
          <a:xfrm>
            <a:off x="7053397" y="2312254"/>
            <a:ext cx="4804306" cy="17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Data Encryption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Sensitive data, such as customer information and financial records, is encrypted to prevent unauthorized access.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xmlns="" id="{A1019E1D-5324-E2F1-1B1A-34D98088A862}"/>
              </a:ext>
            </a:extLst>
          </p:cNvPr>
          <p:cNvSpPr/>
          <p:nvPr/>
        </p:nvSpPr>
        <p:spPr>
          <a:xfrm>
            <a:off x="4698107" y="4259016"/>
            <a:ext cx="4237703" cy="17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Access Control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User access levels are carefully managed to ensure only authorized personnel can access specific data.</a:t>
            </a:r>
          </a:p>
        </p:txBody>
      </p:sp>
    </p:spTree>
    <p:extLst>
      <p:ext uri="{BB962C8B-B14F-4D97-AF65-F5344CB8AC3E}">
        <p14:creationId xmlns:p14="http://schemas.microsoft.com/office/powerpoint/2010/main" val="1982003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 descr="preencoded.png">
            <a:extLst>
              <a:ext uri="{FF2B5EF4-FFF2-40B4-BE49-F238E27FC236}">
                <a16:creationId xmlns:a16="http://schemas.microsoft.com/office/drawing/2014/main" xmlns="" id="{4A601646-947E-0707-49CB-D69BD42842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073FE21-0701-AE93-13C2-82D888E7C0E1}"/>
              </a:ext>
            </a:extLst>
          </p:cNvPr>
          <p:cNvSpPr txBox="1"/>
          <p:nvPr/>
        </p:nvSpPr>
        <p:spPr>
          <a:xfrm>
            <a:off x="1582992" y="592782"/>
            <a:ext cx="8622891" cy="611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44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Implementation and Deployment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41CA04C1-EA63-5110-2447-D7CC386F842A}"/>
              </a:ext>
            </a:extLst>
          </p:cNvPr>
          <p:cNvCxnSpPr>
            <a:cxnSpLocks/>
          </p:cNvCxnSpPr>
          <p:nvPr/>
        </p:nvCxnSpPr>
        <p:spPr>
          <a:xfrm>
            <a:off x="3578942" y="1474838"/>
            <a:ext cx="0" cy="50144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1323B6F-091E-80DA-38EB-B93EB4984B33}"/>
              </a:ext>
            </a:extLst>
          </p:cNvPr>
          <p:cNvSpPr/>
          <p:nvPr/>
        </p:nvSpPr>
        <p:spPr>
          <a:xfrm>
            <a:off x="3397046" y="1696063"/>
            <a:ext cx="363791" cy="44245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937D7D09-6C2C-87AA-A672-287CB79661CB}"/>
              </a:ext>
            </a:extLst>
          </p:cNvPr>
          <p:cNvCxnSpPr>
            <a:cxnSpLocks/>
          </p:cNvCxnSpPr>
          <p:nvPr/>
        </p:nvCxnSpPr>
        <p:spPr>
          <a:xfrm>
            <a:off x="3760837" y="1917288"/>
            <a:ext cx="5850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FFEB5DC-CB7B-6613-4580-776DA5EA361B}"/>
              </a:ext>
            </a:extLst>
          </p:cNvPr>
          <p:cNvSpPr/>
          <p:nvPr/>
        </p:nvSpPr>
        <p:spPr>
          <a:xfrm>
            <a:off x="3414253" y="2716199"/>
            <a:ext cx="363791" cy="44245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43F9119-DEA6-476E-96EE-12C7BB5A39DE}"/>
              </a:ext>
            </a:extLst>
          </p:cNvPr>
          <p:cNvSpPr/>
          <p:nvPr/>
        </p:nvSpPr>
        <p:spPr>
          <a:xfrm>
            <a:off x="3414252" y="4055805"/>
            <a:ext cx="363791" cy="44245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6A412FC0-59FB-371B-5036-970342EDD5A2}"/>
              </a:ext>
            </a:extLst>
          </p:cNvPr>
          <p:cNvSpPr/>
          <p:nvPr/>
        </p:nvSpPr>
        <p:spPr>
          <a:xfrm>
            <a:off x="3397045" y="5287743"/>
            <a:ext cx="363791" cy="44245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24C36FF-9835-1D35-AB21-B4A173CCF987}"/>
              </a:ext>
            </a:extLst>
          </p:cNvPr>
          <p:cNvSpPr txBox="1"/>
          <p:nvPr/>
        </p:nvSpPr>
        <p:spPr>
          <a:xfrm>
            <a:off x="4463849" y="1696063"/>
            <a:ext cx="7610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Requirements Gathering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Thorough understanding of user needs and system requirements.</a:t>
            </a:r>
            <a:endParaRPr lang="en-US" sz="18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085BD426-092C-5EF1-A616-1B01D1572CFD}"/>
              </a:ext>
            </a:extLst>
          </p:cNvPr>
          <p:cNvCxnSpPr>
            <a:cxnSpLocks/>
          </p:cNvCxnSpPr>
          <p:nvPr/>
        </p:nvCxnSpPr>
        <p:spPr>
          <a:xfrm>
            <a:off x="3778043" y="2937424"/>
            <a:ext cx="5850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C39C6954-E7DF-359D-6755-B3825B0A2F16}"/>
              </a:ext>
            </a:extLst>
          </p:cNvPr>
          <p:cNvSpPr txBox="1"/>
          <p:nvPr/>
        </p:nvSpPr>
        <p:spPr>
          <a:xfrm>
            <a:off x="4472452" y="2716199"/>
            <a:ext cx="7610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System Design</a:t>
            </a:r>
          </a:p>
          <a:p>
            <a:r>
              <a:rPr lang="en-US" sz="18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Thorough understanding of user needs and system requirements.</a:t>
            </a: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EF2137EA-DCE7-E2B1-4BDB-C89810831BF9}"/>
              </a:ext>
            </a:extLst>
          </p:cNvPr>
          <p:cNvSpPr txBox="1"/>
          <p:nvPr/>
        </p:nvSpPr>
        <p:spPr>
          <a:xfrm>
            <a:off x="4562164" y="4055805"/>
            <a:ext cx="6174658" cy="922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Development and Testing</a:t>
            </a:r>
          </a:p>
          <a:p>
            <a:pPr>
              <a:lnSpc>
                <a:spcPts val="2200"/>
              </a:lnSpc>
            </a:pPr>
            <a:r>
              <a:rPr lang="en-US" sz="18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Coding, unit testing, and integration testing to ensure system functionality and quality.</a:t>
            </a:r>
            <a:endParaRPr lang="en-US" sz="18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ADA03303-1642-D287-A786-A42DF265A466}"/>
              </a:ext>
            </a:extLst>
          </p:cNvPr>
          <p:cNvCxnSpPr>
            <a:cxnSpLocks/>
          </p:cNvCxnSpPr>
          <p:nvPr/>
        </p:nvCxnSpPr>
        <p:spPr>
          <a:xfrm>
            <a:off x="3778043" y="4259860"/>
            <a:ext cx="5850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8788E18-A3E1-5E10-453A-5AA08E9EA191}"/>
              </a:ext>
            </a:extLst>
          </p:cNvPr>
          <p:cNvSpPr txBox="1"/>
          <p:nvPr/>
        </p:nvSpPr>
        <p:spPr>
          <a:xfrm>
            <a:off x="4562164" y="5325463"/>
            <a:ext cx="6174658" cy="1201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Deployment and Training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sz="1800" dirty="0"/>
              <a:t>System deployment in a production environment and user training on system operation.</a:t>
            </a:r>
          </a:p>
          <a:p>
            <a:pPr marL="0" indent="0" algn="l">
              <a:lnSpc>
                <a:spcPts val="2200"/>
              </a:lnSpc>
              <a:buNone/>
            </a:pPr>
            <a:endParaRPr lang="en-US" sz="18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21EA08BA-61CD-B146-4BF5-1D34F5CB918C}"/>
              </a:ext>
            </a:extLst>
          </p:cNvPr>
          <p:cNvCxnSpPr>
            <a:cxnSpLocks/>
          </p:cNvCxnSpPr>
          <p:nvPr/>
        </p:nvCxnSpPr>
        <p:spPr>
          <a:xfrm>
            <a:off x="3778043" y="5496712"/>
            <a:ext cx="5850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895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 descr="preencoded.png">
            <a:extLst>
              <a:ext uri="{FF2B5EF4-FFF2-40B4-BE49-F238E27FC236}">
                <a16:creationId xmlns:a16="http://schemas.microsoft.com/office/drawing/2014/main" xmlns="" id="{014FA79D-31C5-3F26-E75C-636F6F07CF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4CC798D-BEF8-8113-3858-41FA2D16B5F5}"/>
              </a:ext>
            </a:extLst>
          </p:cNvPr>
          <p:cNvSpPr txBox="1"/>
          <p:nvPr/>
        </p:nvSpPr>
        <p:spPr>
          <a:xfrm>
            <a:off x="1691149" y="430283"/>
            <a:ext cx="6803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And Accessibility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F0B46AE-71FC-AF3D-462F-991A01CDA3A2}"/>
              </a:ext>
            </a:extLst>
          </p:cNvPr>
          <p:cNvSpPr txBox="1"/>
          <p:nvPr/>
        </p:nvSpPr>
        <p:spPr>
          <a:xfrm>
            <a:off x="1475958" y="2724598"/>
            <a:ext cx="3883742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Intuitive design</a:t>
            </a:r>
          </a:p>
          <a:p>
            <a:pPr marL="0" indent="0">
              <a:lnSpc>
                <a:spcPts val="2750"/>
              </a:lnSpc>
              <a:buNone/>
            </a:pPr>
            <a:r>
              <a:rPr lang="en-US" dirty="0" smtClean="0">
                <a:latin typeface="Raleway" pitchFamily="34" charset="0"/>
                <a:ea typeface="Raleway" pitchFamily="34" charset="-122"/>
                <a:cs typeface="Times New Roman" panose="02020603050405020304" pitchFamily="18" charset="0"/>
              </a:rPr>
              <a:t>Easy to use . All buttons and menus or all others functionality are simple, so users can move around without confusion.</a:t>
            </a:r>
            <a:endParaRPr lang="en-US" dirty="0">
              <a:latin typeface="Raleway" pitchFamily="34" charset="0"/>
              <a:ea typeface="Raleway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BCD375B-65E5-C456-087D-17614E71C1FD}"/>
              </a:ext>
            </a:extLst>
          </p:cNvPr>
          <p:cNvSpPr txBox="1"/>
          <p:nvPr/>
        </p:nvSpPr>
        <p:spPr>
          <a:xfrm>
            <a:off x="7608300" y="2759927"/>
            <a:ext cx="3598607" cy="1852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Mobile Compatibility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2750"/>
              </a:lnSpc>
              <a:buNone/>
            </a:pPr>
            <a:r>
              <a:rPr lang="en-US" sz="18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The system is designed to be accessible on various devices, including smartphones and tablets, for convenient access.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67693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D975636-AB48-617D-2ADA-63F05E64607E}"/>
              </a:ext>
            </a:extLst>
          </p:cNvPr>
          <p:cNvSpPr txBox="1"/>
          <p:nvPr/>
        </p:nvSpPr>
        <p:spPr>
          <a:xfrm>
            <a:off x="1960880" y="741680"/>
            <a:ext cx="3261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A01B21F-94B5-F00F-B115-83AD8B603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0" y="1534160"/>
            <a:ext cx="9641840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86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D89D3C8-CBB2-CBE9-8DD9-1B59109FE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0" y="1320800"/>
            <a:ext cx="9164320" cy="514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18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53B2112-37EC-5944-B01B-B5D2E1C3D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720" y="975360"/>
            <a:ext cx="9184640" cy="547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362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F4A35EB-E0A3-FA2D-19B4-A3B7AC978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760" y="873761"/>
            <a:ext cx="9265920" cy="545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184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C4D87E5-A99F-CD46-6D7A-D1E4F0185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920" y="934721"/>
            <a:ext cx="9316720" cy="5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62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C7ABB1C-9FAE-9EA0-E423-FF02F37F25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480" y="457200"/>
            <a:ext cx="6939280" cy="615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795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27729AE-CF76-FE58-C6C5-74F4BFBE54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400" y="396240"/>
            <a:ext cx="7101840" cy="628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28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56122" y="1918403"/>
            <a:ext cx="941021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1</a:t>
            </a:r>
            <a:r>
              <a:rPr lang="en-US" sz="2500" dirty="0" smtClean="0"/>
              <a:t>.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 System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system notifies users through the dashboard. Adding real-time SMS or email notifications for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reservation status, approvals, or inventory updates would make the system more interactive and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userfriendly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mobile version of the system using frameworks like React Native or Flutter can provide greater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accessibility. Students and staff can manage reservations and view reports on the go, making the system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convenient and modern</a:t>
            </a:r>
            <a:r>
              <a:rPr lang="en-US" sz="25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56122" y="1021995"/>
            <a:ext cx="2731773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863799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20760B0-A751-4A00-346E-F0200D22CA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CB03830-B8D1-F9B1-19A1-B30A77966837}"/>
              </a:ext>
            </a:extLst>
          </p:cNvPr>
          <p:cNvSpPr txBox="1"/>
          <p:nvPr/>
        </p:nvSpPr>
        <p:spPr>
          <a:xfrm>
            <a:off x="1981200" y="718848"/>
            <a:ext cx="618308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Conclusion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558808B-8253-9B41-C4BE-DD25492C72AA}"/>
              </a:ext>
            </a:extLst>
          </p:cNvPr>
          <p:cNvSpPr txBox="1"/>
          <p:nvPr/>
        </p:nvSpPr>
        <p:spPr>
          <a:xfrm>
            <a:off x="2264228" y="1835535"/>
            <a:ext cx="851262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an assets and inventory management software offers a number of benefits for </a:t>
            </a:r>
            <a:r>
              <a:rPr lang="en-US" sz="25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lang="en-US" sz="25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administrators. It can save time, improve decision-making, and provide valuable insights into the status of the </a:t>
            </a:r>
            <a:r>
              <a:rPr lang="en-US" sz="25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lang="en-US" sz="25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’s inventory. In addition, it can improve the efficiency of </a:t>
            </a:r>
            <a:r>
              <a:rPr lang="en-US" sz="25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lang="en-US" sz="25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administrators by allowing them to manage all of their </a:t>
            </a:r>
            <a:r>
              <a:rPr lang="en-US" sz="25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lang="en-US" sz="25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inventories from a single location.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773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>
            <a:extLst>
              <a:ext uri="{FF2B5EF4-FFF2-40B4-BE49-F238E27FC236}">
                <a16:creationId xmlns:a16="http://schemas.microsoft.com/office/drawing/2014/main" xmlns="" id="{D012300F-A8A1-EEA2-470F-F713A351CD32}"/>
              </a:ext>
            </a:extLst>
          </p:cNvPr>
          <p:cNvSpPr/>
          <p:nvPr/>
        </p:nvSpPr>
        <p:spPr>
          <a:xfrm>
            <a:off x="2145729" y="1608881"/>
            <a:ext cx="8630301" cy="322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ts val="2800"/>
              </a:lnSpc>
              <a:buAutoNum type="arabicPeriod"/>
              <a:defRPr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Computer Engineering – GFGCOE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https://www.gfgcoe.in/computer-engineering-ug-2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</a:t>
            </a: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800"/>
              </a:lnSpc>
              <a:defRPr/>
            </a:pP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800"/>
              </a:lnSpc>
              <a:defRPr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 W3Schools </a:t>
            </a:r>
          </a:p>
          <a:p>
            <a:pPr lvl="0">
              <a:lnSpc>
                <a:spcPts val="2800"/>
              </a:lnSpc>
              <a:defRPr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Website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https://www.w3schools.com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</a:t>
            </a: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800"/>
              </a:lnSpc>
              <a:defRPr/>
            </a:pP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defRPr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YouTube – Technical Channels (e.g.,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CodeWithHarry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Clever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Programmer</a:t>
            </a:r>
            <a:r>
              <a:rPr lang="en-US" sz="2500" dirty="0"/>
              <a:t>)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800"/>
              </a:lnSpc>
              <a:defRPr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45729" y="617279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04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629</TotalTime>
  <Words>622</Words>
  <Application>Microsoft Office PowerPoint</Application>
  <PresentationFormat>Widescreen</PresentationFormat>
  <Paragraphs>90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Arial</vt:lpstr>
      <vt:lpstr>Calibri</vt:lpstr>
      <vt:lpstr>Calibri Light</vt:lpstr>
      <vt:lpstr>Century Gothic</vt:lpstr>
      <vt:lpstr>Gelasio</vt:lpstr>
      <vt:lpstr>Prata</vt:lpstr>
      <vt:lpstr>Raleway</vt:lpstr>
      <vt:lpstr>Roboto</vt:lpstr>
      <vt:lpstr>Times New Roman</vt:lpstr>
      <vt:lpstr>Wingdings</vt:lpstr>
      <vt:lpstr>Wingdings 3</vt:lpstr>
      <vt:lpstr>Office Theme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HIMANSHU PATIL</dc:creator>
  <cp:lastModifiedBy>dell</cp:lastModifiedBy>
  <cp:revision>13</cp:revision>
  <dcterms:created xsi:type="dcterms:W3CDTF">2024-09-30T06:14:48Z</dcterms:created>
  <dcterms:modified xsi:type="dcterms:W3CDTF">2025-06-26T12:40:10Z</dcterms:modified>
</cp:coreProperties>
</file>